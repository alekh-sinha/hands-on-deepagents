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Machine Learning: An Introduction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Presented by Deep Agent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What is Machine Learning?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Machine Learning (ML) is a subset of Artificial Intelligence (AI).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It enables systems to learn from data without explicit programming.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ML algorithms build a model based on sample data, known as 'training data', to make predictions or decisions without being explicitly programmed to perform the task.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Types of Machine Learning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63636"/>
                </a:solidFill>
              </a:rPr>
              <a:t>Supervised Learning: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  - Learning from labeled data (e.g., classification, regression).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63636"/>
                </a:solidFill>
              </a:rPr>
              <a:t>Unsupervised Learning: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  - Finding patterns in unlabeled data (e.g., clustering, dimensionality reduction).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363636"/>
                </a:solidFill>
              </a:rPr>
              <a:t>Reinforcement Learning:</a:t>
            </a:r>
            <a:endParaRPr lang="en-US" sz="2000" dirty="0"/>
          </a:p>
          <a:p>
            <a:pPr lvl="1" marL="6858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  - Learning through trial and error with rewards and penalties.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</a:rPr>
              <a:t>Applications of Machine Learning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Image Recognition: Facial recognition, object detection.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Natural Language Processing (NLP): Spam detection, sentiment analysis.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Recommendation Systems: Product recommendations on e-commerce sites.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Healthcare: Disease diagnosis, drug discovery.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63636"/>
                </a:solidFill>
              </a:rPr>
              <a:t>Finance: Fraud detection, algorithmic trading.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Conclusion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</a:rPr>
              <a:t>Machine Learning is transforming industries and enabling intelligent systems.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</a:rPr>
              <a:t>Explore, learn, and innovate!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Introduction</dc:title>
  <dc:subject>PptxGenJS Presentation</dc:subject>
  <dc:creator>Deep Agent</dc:creator>
  <cp:lastModifiedBy>Deep Agent</cp:lastModifiedBy>
  <cp:revision>1</cp:revision>
  <dcterms:created xsi:type="dcterms:W3CDTF">2026-04-26T09:08:55Z</dcterms:created>
  <dcterms:modified xsi:type="dcterms:W3CDTF">2026-04-26T09:08:55Z</dcterms:modified>
</cp:coreProperties>
</file>